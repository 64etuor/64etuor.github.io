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5FD63-3E33-4CDE-8821-C69E2B61D8FD}" v="2" dt="2024-07-20T10:05:15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ha Park" userId="d73799b3f3315959" providerId="LiveId" clId="{1E65FD63-3E33-4CDE-8821-C69E2B61D8FD}"/>
    <pc:docChg chg="custSel addSld modSld">
      <pc:chgData name="Yangha Park" userId="d73799b3f3315959" providerId="LiveId" clId="{1E65FD63-3E33-4CDE-8821-C69E2B61D8FD}" dt="2024-07-20T10:05:18.729" v="9" actId="478"/>
      <pc:docMkLst>
        <pc:docMk/>
      </pc:docMkLst>
      <pc:sldChg chg="addSp delSp modSp new mod">
        <pc:chgData name="Yangha Park" userId="d73799b3f3315959" providerId="LiveId" clId="{1E65FD63-3E33-4CDE-8821-C69E2B61D8FD}" dt="2024-07-20T10:05:18.729" v="9" actId="478"/>
        <pc:sldMkLst>
          <pc:docMk/>
          <pc:sldMk cId="796634600" sldId="257"/>
        </pc:sldMkLst>
        <pc:spChg chg="del">
          <ac:chgData name="Yangha Park" userId="d73799b3f3315959" providerId="LiveId" clId="{1E65FD63-3E33-4CDE-8821-C69E2B61D8FD}" dt="2024-07-20T10:05:02.094" v="1" actId="478"/>
          <ac:spMkLst>
            <pc:docMk/>
            <pc:sldMk cId="796634600" sldId="257"/>
            <ac:spMk id="2" creationId="{A0E4837D-84D5-FA3E-B586-AA5FA2D64C08}"/>
          </ac:spMkLst>
        </pc:spChg>
        <pc:spChg chg="del">
          <ac:chgData name="Yangha Park" userId="d73799b3f3315959" providerId="LiveId" clId="{1E65FD63-3E33-4CDE-8821-C69E2B61D8FD}" dt="2024-07-20T10:05:02.094" v="1" actId="478"/>
          <ac:spMkLst>
            <pc:docMk/>
            <pc:sldMk cId="796634600" sldId="257"/>
            <ac:spMk id="3" creationId="{D8274786-D205-8599-5C90-03645FE29040}"/>
          </ac:spMkLst>
        </pc:spChg>
        <pc:graphicFrameChg chg="add del mod modGraphic">
          <ac:chgData name="Yangha Park" userId="d73799b3f3315959" providerId="LiveId" clId="{1E65FD63-3E33-4CDE-8821-C69E2B61D8FD}" dt="2024-07-20T10:05:09.408" v="6" actId="478"/>
          <ac:graphicFrameMkLst>
            <pc:docMk/>
            <pc:sldMk cId="796634600" sldId="257"/>
            <ac:graphicFrameMk id="4" creationId="{7CFD1021-1F82-A673-D201-4178E8D585BE}"/>
          </ac:graphicFrameMkLst>
        </pc:graphicFrameChg>
        <pc:graphicFrameChg chg="add del mod">
          <ac:chgData name="Yangha Park" userId="d73799b3f3315959" providerId="LiveId" clId="{1E65FD63-3E33-4CDE-8821-C69E2B61D8FD}" dt="2024-07-20T10:05:18.729" v="9" actId="478"/>
          <ac:graphicFrameMkLst>
            <pc:docMk/>
            <pc:sldMk cId="796634600" sldId="257"/>
            <ac:graphicFrameMk id="5" creationId="{03A0377C-7AD3-B30A-D447-5DE4D60EC6D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4F617-1DF6-8704-2BFD-2D309A14B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CAF55F-CD06-4D5F-5D01-31AD62EFD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A4C5D-A3C9-8D61-D371-90FF993B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36CDD-1631-5492-B97B-2568AC2E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FED375-A88A-5910-562C-D4749EE8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8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8EF66-07C2-790E-3AFC-CDC9C38A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54096-C005-80C2-DFA0-B9A23E6C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73248-B26E-3912-FBD7-41B40A45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D0B14-7599-54E0-B609-D9F7DE2D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9D15D-D51A-2DA4-2BE2-79FB517B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85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88089-3E90-DD14-D1B4-2F5249D5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D4177-D7F4-0FB1-F691-C57DDFB3E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93AEF-C0D6-67C2-E1BB-B2470BCC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A86568-2D25-E9D7-4171-8050CBED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EADE1-41B7-BBB6-B28D-6A04727B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29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9E07A-0B44-21C4-A9A7-60565294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8CDD2-3BF1-8975-5E12-E14589D02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BB29D5-BE2E-1089-1F00-A787182DF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A5EE53-2AB7-A6A4-0812-B87B280D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3E72B0-8F65-D0A4-5011-05F57796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DB6AAE-782A-02AB-0691-3DDDCFB4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96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A728D-31C3-1DBA-4B2B-5E517EE1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947D05-1E0B-E8B1-855D-4D824A3A2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4F12D4-D0F8-687C-4288-74C362683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B61549-8AAF-C080-C1B2-F2E8EACE9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964D10-2738-D282-BD25-427698C1E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E72381-1AFD-3085-64F7-3EE20AAB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7E0EBE-06B9-C7A8-A489-073327BF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61A135-8A8E-2CAA-930F-D3AEE903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92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862AE-1001-7E6A-11D7-E3415692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F2326A-FB8F-F76D-7FF4-7C2C324A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2D11F-1D83-C5C7-6F52-A54B558D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66C1AD-3CF2-160C-4367-8FAA0764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58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EFFE79-349A-D364-D5D3-4D3CFD7F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D23CD9-603C-52C2-0720-108D76C7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BBF16-ADF7-E919-0BAE-061D4CA4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6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CD375-89D5-D098-4C07-ECE20D8A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A34B5F-238D-1A15-6FDA-D03B76EB2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69FA1-158C-698A-35CB-8E5242B74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A245C9-0F52-FD60-1615-9D829233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85E7E1-882C-940B-170E-84B1A216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B2E76-72F2-4C70-F7A1-067A532C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5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61A37-1F6D-2C3E-F59D-851E9EDB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A159E1-9581-E125-8307-21F71C35C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91F9E8-D821-EE7C-1356-49B6C05DD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1D901-30E0-EA13-C443-F98C29B0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4572E1-0562-0F9C-E827-D7377AB4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22A788-2CA6-A257-9497-8DDDD8549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73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E557F-FACA-C652-A49B-76D1D7F7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87B450-D3FF-5C2F-0C8A-E82A4379F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0A2B2-591B-9BA1-6635-BC644D30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907AF8-24DC-02A1-805D-CB6E95BB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EC2E3-3519-0398-D6FB-75E93C5A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11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F8C545-02EF-75B6-1DAB-718DAA8EB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865244-039D-380A-3331-74F1BA80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06857E-349F-026F-64E5-5B1F5CFC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E381B-BCA6-811B-46FD-8CC24058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7CFCB-A6C8-5513-49B4-898829A3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52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651EB7-1BC8-4443-73B7-C4BB2921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7446C9-8B19-86F8-DA3E-E5DA20CC5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03EC8-07E0-87E7-0788-4BF22DF39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0AB82-AFBA-482A-939A-EDEE4AA175CF}" type="datetimeFigureOut">
              <a:rPr lang="ko-KR" altLang="en-US" smtClean="0"/>
              <a:t>2024-07-20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31626-17D5-271E-E473-60F1D28C6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B00BEB-598F-6C17-0EFC-6D84AC027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76F23-E801-4384-981F-0118F6028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5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F66880AC-F2DE-3F09-C1B5-2B9BB3CDC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4" y="1607128"/>
            <a:ext cx="2193512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 descr="텍스트, 스크린샷, 영수증, 번호이(가) 표시된 사진&#10;&#10;자동 생성된 설명">
            <a:extLst>
              <a:ext uri="{FF2B5EF4-FFF2-40B4-BE49-F238E27FC236}">
                <a16:creationId xmlns:a16="http://schemas.microsoft.com/office/drawing/2014/main" id="{6CC8C053-0FD0-2F95-C7CF-07216C0BC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736" y="1607128"/>
            <a:ext cx="2193512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3ED6E6A-3B11-B32E-C51D-290B88C70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932" y="1607128"/>
            <a:ext cx="2193512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67F32914-1193-6696-CD48-B8F3435B8149}"/>
              </a:ext>
            </a:extLst>
          </p:cNvPr>
          <p:cNvSpPr/>
          <p:nvPr/>
        </p:nvSpPr>
        <p:spPr>
          <a:xfrm>
            <a:off x="1392119" y="5434983"/>
            <a:ext cx="492145" cy="4921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3332261-AE30-B962-D26C-D372AE2979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128" y="1607128"/>
            <a:ext cx="2193512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그림 13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6C64D11C-3D67-02A3-27C6-3FCE4B2970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324" y="1607128"/>
            <a:ext cx="2193512" cy="432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9937D51F-3B84-2BD1-6103-D9455F517427}"/>
              </a:ext>
            </a:extLst>
          </p:cNvPr>
          <p:cNvCxnSpPr>
            <a:stCxn id="10" idx="4"/>
          </p:cNvCxnSpPr>
          <p:nvPr/>
        </p:nvCxnSpPr>
        <p:spPr>
          <a:xfrm rot="5400000" flipH="1" flipV="1">
            <a:off x="1670150" y="4817133"/>
            <a:ext cx="1078036" cy="1141953"/>
          </a:xfrm>
          <a:prstGeom prst="curvedConnector4">
            <a:avLst>
              <a:gd name="adj1" fmla="val -21205"/>
              <a:gd name="adj2" fmla="val 6077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54D1B-9EBD-D08E-C365-62857F3BC2EE}"/>
              </a:ext>
            </a:extLst>
          </p:cNvPr>
          <p:cNvSpPr txBox="1"/>
          <p:nvPr/>
        </p:nvSpPr>
        <p:spPr>
          <a:xfrm>
            <a:off x="2873736" y="387928"/>
            <a:ext cx="5952270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/>
              <a:t>좋은 습관 챌린지 부록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dirty="0"/>
              <a:t> - </a:t>
            </a:r>
            <a:r>
              <a:rPr lang="en-US" altLang="ko-KR" dirty="0" err="1"/>
              <a:t>AppSheet</a:t>
            </a:r>
            <a:r>
              <a:rPr lang="ko-KR" altLang="en-US" dirty="0"/>
              <a:t>를 이용한 나만의 자기 관리 앱 만들기 예시</a:t>
            </a:r>
          </a:p>
        </p:txBody>
      </p:sp>
    </p:spTree>
    <p:extLst>
      <p:ext uri="{BB962C8B-B14F-4D97-AF65-F5344CB8AC3E}">
        <p14:creationId xmlns:p14="http://schemas.microsoft.com/office/powerpoint/2010/main" val="30497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3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s1733</dc:creator>
  <cp:lastModifiedBy>s1733</cp:lastModifiedBy>
  <cp:revision>1</cp:revision>
  <dcterms:created xsi:type="dcterms:W3CDTF">2024-07-19T09:00:53Z</dcterms:created>
  <dcterms:modified xsi:type="dcterms:W3CDTF">2024-07-20T10:05:26Z</dcterms:modified>
</cp:coreProperties>
</file>